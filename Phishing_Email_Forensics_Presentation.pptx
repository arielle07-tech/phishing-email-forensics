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2011680"/>
            <a:ext cx="73152" cy="137160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P.E.F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Arielle Yao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Analyst  |  Juillet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371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d'analyse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forensique automatisee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d'emails de phishing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 •  Dashboard SOC  •  Rapports d'incident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l'analyse de phishing 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cyberattaques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commencent par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de phishing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~1min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de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manuel par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 SOC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Institute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malveillants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envoyes chaque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dans le monde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APWG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D'ANALYSE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fichier .eml au rapport d'incident en 5 etapes automatisees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.eml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.mbox → .eml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743200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55448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737360"/>
            <a:ext cx="594360" cy="59436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4884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971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IOCs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743200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55448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1737360"/>
            <a:ext cx="594360" cy="594360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971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Whois, Geo IP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APIs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2743200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155448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737360"/>
            <a:ext cx="594360" cy="59436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1500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2971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Gemini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2743200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155448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9560" y="1737360"/>
            <a:ext cx="594360" cy="594360"/>
          </a:xfrm>
          <a:prstGeom prst="ellipse">
            <a:avLst/>
          </a:prstGeom>
          <a:solidFill>
            <a:srgbClr val="FF5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DELIVRABLES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2971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SOC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PDF/Word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77724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multi-facteurs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 (SPF, DKIM, DMARC, IOCs, reputation IP, mots-cles, PJ)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7772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(Gemini)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Tactiques de manipulation Cialdini, niveau de sophistication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automatique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377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Whois, geolocalisation IP, AbuseIPDB, VirusTotal, URLhaus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011680"/>
            <a:ext cx="54864" cy="777240"/>
          </a:xfrm>
          <a:prstGeom prst="rect">
            <a:avLst/>
          </a:prstGeom>
          <a:solidFill>
            <a:srgbClr val="FF9A4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URL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d'ecran des pages suspectes via Chromium headless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971800"/>
            <a:ext cx="54864" cy="77724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automatique des techniques avec inference IOC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971800"/>
            <a:ext cx="54864" cy="77724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SOC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avec scenario d'attaque narratif en langage simple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PDF/Word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d'incident complet genere en 1 clic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931920"/>
            <a:ext cx="54864" cy="777240"/>
          </a:xfrm>
          <a:prstGeom prst="rect">
            <a:avLst/>
          </a:prstGeom>
          <a:solidFill>
            <a:srgbClr val="FF9A40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RTIR, TheHive, JIRA avec sync bidirectionnelle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HTML/JS/CSS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drag &amp; drop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Leaflet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timeline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scoring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tickets filtrable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972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FF9A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1737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REST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1945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PhishingAnalyzer (core)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6517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Analyzer (multi-LLM)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 PDF/DOCX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Sandbox Playwright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aggregator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09728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1737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(python-whois)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21945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(reputation)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26517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(multi-scan)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1089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URLhaus (menaces)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35661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ipapi.co (geolocation)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4023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A2A2A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(analyse IA)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SCORING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multi-facteurs avec ponderation adaptative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(SPF/DKIM/DMARC)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447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5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44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suspectes &amp; raccourcisseurs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97510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5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323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jointes dangereuses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505456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5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62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Mots-cles de phishing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03580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IP (AbuseIPDB/VT)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7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HTML (forms, obfusc.)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09651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79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096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37160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F5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011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2011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75 - 100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560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FB347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0" y="2560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50 - 74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10896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F7900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25 - 49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6576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F9A40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0 - 24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d'attaque genere automatiquement — point de vue victime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201168" cy="201168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572768"/>
            <a:ext cx="36576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280160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recu usurpant une marque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 echoue = usurpation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1993392"/>
            <a:ext cx="201168" cy="201168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194560"/>
            <a:ext cx="36576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1901952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9019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/ Ouverture PJ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19019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domaine suspect 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 HTML ouverte dans le navigateur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615184"/>
            <a:ext cx="201168" cy="201168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2816352"/>
            <a:ext cx="36576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523744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5237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25237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malveillante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25237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formulaire de connexion,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ou telechargement auto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236976"/>
            <a:ext cx="201168" cy="201168"/>
          </a:xfrm>
          <a:prstGeom prst="ellipse">
            <a:avLst/>
          </a:prstGeom>
          <a:solidFill>
            <a:srgbClr val="FF5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3438144"/>
            <a:ext cx="36576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88720" y="3145536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145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de donnees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31455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transmis en temps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au serveur de l'attaquant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858768"/>
            <a:ext cx="201168" cy="201168"/>
          </a:xfrm>
          <a:prstGeom prst="ellipse">
            <a:avLst/>
          </a:prstGeom>
          <a:solidFill>
            <a:srgbClr val="FF5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" y="3767328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37673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3767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3767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comptes, phishing en chaine,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BEC, revente dark web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88720" y="443484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/>
        </p:spPr>
      </p:sp>
      <p:sp>
        <p:nvSpPr>
          <p:cNvPr id="36" name="Text 34"/>
          <p:cNvSpPr/>
          <p:nvPr/>
        </p:nvSpPr>
        <p:spPr>
          <a:xfrm>
            <a:off x="1188720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Mapping MITRE ATT&amp;CK automatique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4434840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Impact Business (CIA / Financier / Reputation)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&amp; INTEGRATIONS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FF9A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DE TICKETS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automatique depuis l'analyse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84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en langage simple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15184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23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d'attaque narratif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62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Priorite, statut, assignation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93008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et historique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109728" cy="10972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filtrable avec tri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EXTERNES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Tracker for 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tickets + statuts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6032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560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aux incidents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+ observables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429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61288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612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161288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6B1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612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1051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HTML/JS/CSS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0136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911096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B34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110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8013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(multi-provider)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80136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911096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9A4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110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8013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Chromium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551176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660904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5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609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5511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551176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660904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5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6609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5511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300984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410712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9A4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10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330098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ipapi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300984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760" y="3410712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B347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410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30098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/ VT / URLhaus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0507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4160520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79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160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4050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40507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4937760" y="4160520"/>
            <a:ext cx="1051560" cy="365760"/>
          </a:xfrm>
          <a:prstGeom prst="roundRect">
            <a:avLst>
              <a:gd name="adj" fmla="val 10000"/>
            </a:avLst>
          </a:prstGeom>
          <a:solidFill>
            <a:srgbClr val="FF6B1A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160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050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+ Cialdini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et prise en main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Forensics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00" cy="41148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060D1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git clone github.com/arielle07-tech/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phishing-email-forensics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cp .env.example .env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nano .env          # cles API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docker compose up dashboard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--build -d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9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http://localhost:8080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371600"/>
            <a:ext cx="3749040" cy="4114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2029968"/>
            <a:ext cx="292608" cy="292608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965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d'un .eml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phishing reel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77256" y="2322576"/>
            <a:ext cx="36576" cy="20116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9240" y="2532888"/>
            <a:ext cx="292608" cy="292608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4688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breakdown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facteurs de risque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77256" y="2825496"/>
            <a:ext cx="36576" cy="20116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349240" y="3035808"/>
            <a:ext cx="292608" cy="292608"/>
          </a:xfrm>
          <a:prstGeom prst="ellipse">
            <a:avLst/>
          </a:prstGeom>
          <a:solidFill>
            <a:srgbClr val="FF9A4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971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IP + Whois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domaine emetteur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77256" y="3328416"/>
            <a:ext cx="36576" cy="20116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5349240" y="3538728"/>
            <a:ext cx="292608" cy="292608"/>
          </a:xfrm>
          <a:prstGeom prst="ellipse">
            <a:avLst/>
          </a:prstGeom>
          <a:solidFill>
            <a:srgbClr val="FF5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474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SOC avec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narratif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77256" y="3831336"/>
            <a:ext cx="36576" cy="20116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Shape 28"/>
          <p:cNvSpPr/>
          <p:nvPr/>
        </p:nvSpPr>
        <p:spPr>
          <a:xfrm>
            <a:off x="5349240" y="4041648"/>
            <a:ext cx="292608" cy="292608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9776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PDF/Word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d'incident complet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325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286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automatise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APIs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286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d'incident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3657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Arielle Yao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Analyst  |  arielleetran65@gmail.com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github.com/arielle07-tech/phishing-email-forensics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Forensics</dc:title>
  <dc:subject>PptxGenJS Presentation</dc:subject>
  <dc:creator>Arielle Yao</dc:creator>
  <cp:lastModifiedBy>Arielle Yao</cp:lastModifiedBy>
  <cp:revision>1</cp:revision>
  <dcterms:created xsi:type="dcterms:W3CDTF">2026-07-29T10:40:13Z</dcterms:created>
  <dcterms:modified xsi:type="dcterms:W3CDTF">2026-07-29T10:40:13Z</dcterms:modified>
</cp:coreProperties>
</file>